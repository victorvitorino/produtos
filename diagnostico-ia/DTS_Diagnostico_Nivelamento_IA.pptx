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casos reais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10,1h</a:t>
            </a:r>
          </a:p>
          <a:p>
            <a:r>
              <a:t>5,0h</a:t>
            </a:r>
          </a:p>
          <a:p>
            <a:r>
              <a:t>−69%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5,8h</a:t>
            </a:r>
          </a:p>
          <a:p>
            <a:r>
              <a:t>2,8h</a:t>
            </a:r>
          </a:p>
          <a:p>
            <a:r>
              <a:t>−72%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16h</a:t>
            </a:r>
          </a:p>
          <a:p>
            <a:r>
              <a:t>−33%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31,2h</a:t>
            </a:r>
          </a:p>
          <a:p>
            <a:r>
              <a:t>26,4h</a:t>
            </a:r>
          </a:p>
          <a:p>
            <a:r>
              <a:t>−34%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21,8h</a:t>
            </a:r>
          </a:p>
          <a:p>
            <a:r>
              <a:t>12,5h</a:t>
            </a:r>
          </a:p>
          <a:p>
            <a:r>
              <a:t>−61%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1,7h</a:t>
            </a:r>
          </a:p>
          <a:p>
            <a:r>
              <a:t>53 min</a:t>
            </a:r>
          </a:p>
          <a:p>
            <a:r>
              <a:t>−71%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43h</a:t>
            </a:r>
          </a:p>
          <a:p>
            <a:r>
              <a:t>mês típico* com IA + Skill</a:t>
            </a:r>
          </a:p>
          <a:p>
            <a:r>
              <a:t>98h → 66h</a:t>
            </a:r>
          </a:p>
          <a:p>
            <a:r>
              <a:t>com IA, do zero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R$ 45.234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26k</a:t>
            </a:r>
          </a:p>
          <a:p>
            <a:r>
              <a:t>38k</a:t>
            </a:r>
          </a:p>
          <a:p>
            <a:r>
              <a:t>51k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R$ 21.725</a:t>
            </a:r>
          </a:p>
          <a:p>
            <a:r>
              <a:t>R$ 46.554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14,4h</a:t>
            </a:r>
          </a:p>
          <a:p>
            <a:r>
              <a:t>8h</a:t>
            </a:r>
          </a:p>
          <a:p>
            <a:r>
              <a:t>−67%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22,4h</a:t>
            </a:r>
          </a:p>
          <a:p>
            <a:r>
              <a:t>12,8h</a:t>
            </a:r>
          </a:p>
          <a:p>
            <a:r>
              <a:t>−68%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24h</a:t>
            </a:r>
          </a:p>
          <a:p>
            <a:r>
              <a:t>mês típico* com IA + Skill</a:t>
            </a:r>
          </a:p>
          <a:p>
            <a:r>
              <a:t>98h → 55h</a:t>
            </a:r>
          </a:p>
          <a:p>
            <a:r>
              <a:t>com IA, do zero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R$ 56.091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34k</a:t>
            </a:r>
          </a:p>
          <a:p>
            <a:r>
              <a:t>52k</a:t>
            </a:r>
          </a:p>
          <a:p>
            <a:r>
              <a:t>69k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R$ 29.256</a:t>
            </a:r>
          </a:p>
          <a:p>
            <a:r>
              <a:t>R$ 62.691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12h</a:t>
            </a:r>
          </a:p>
          <a:p>
            <a:r>
              <a:t>4h</a:t>
            </a:r>
          </a:p>
          <a:p>
            <a:r>
              <a:t>−83%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18h</a:t>
            </a:r>
          </a:p>
          <a:p>
            <a:r>
              <a:t>6h</a:t>
            </a:r>
          </a:p>
          <a:p>
            <a:r>
              <a:t>−85%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18h</a:t>
            </a:r>
          </a:p>
          <a:p>
            <a:r>
              <a:t>mês típico* com IA + Skill</a:t>
            </a:r>
          </a:p>
          <a:p>
            <a:r>
              <a:t>98h → 52h</a:t>
            </a:r>
          </a:p>
          <a:p>
            <a:r>
              <a:t>com IA, do zero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R$ 54.300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19k</a:t>
            </a:r>
          </a:p>
          <a:p>
            <a:r>
              <a:t>37k</a:t>
            </a:r>
          </a:p>
          <a:p>
            <a:r>
              <a:t>56k</a:t>
            </a:r>
          </a:p>
          <a:p>
            <a:r>
              <a:t>74k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R$ 31.500</a:t>
            </a:r>
          </a:p>
          <a:p>
            <a:r>
              <a:t>R$ 67.500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Figma: aulão gratuito + protótipo interativo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Cada caricatura foi gerada a partir do prompt que a pessoa escreveu, mantendo traços, cena e piadas, num estilo único e com o dress code A&amp;M. Quem não marcou o retratado foi identificado pelas pistas do texto: certeza, provável ou palpite. Clique em uma caricatura para ver o prompt original. Os autores dos prompts não são identificados.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UM PROMPT, UMA CARICATURA</a:t>
            </a:r>
          </a:p>
          <a:p>
            <a:r>
              <a:t>Clique em uma caricatura para ver o prompt original</a:t>
            </a:r>
          </a:p>
          <a:p>
            <a:r>
              <a:t>Ana Paula Costa</a:t>
            </a:r>
          </a:p>
          <a:p>
            <a:r>
              <a:t>“Sorriso de diretora: aprova até o slide 47”</a:t>
            </a:r>
          </a:p>
          <a:p>
            <a:r>
              <a:t>Guilherme Antonialli</a:t>
            </a:r>
          </a:p>
          <a:p>
            <a:r>
              <a:t>“O executivo de bochechas mais simpáticas da firma”</a:t>
            </a:r>
          </a:p>
          <a:p>
            <a:r>
              <a:t>Guilherme Antonialli</a:t>
            </a:r>
          </a:p>
          <a:p>
            <a:r>
              <a:t>“Topete de galã, barriguinha de gente e um lulu no colo”</a:t>
            </a:r>
          </a:p>
          <a:p>
            <a:r>
              <a:t>Thiago Vieira</a:t>
            </a:r>
          </a:p>
          <a:p>
            <a:r>
              <a:t>“Óculos, barba alinhada e sorriso de quem já resolveu tudo”</a:t>
            </a:r>
          </a:p>
          <a:p>
            <a:r>
              <a:t>Marcos Massao</a:t>
            </a:r>
          </a:p>
          <a:p>
            <a:r>
              <a:t>“Topete grisalho nível consultor sênior”</a:t>
            </a:r>
          </a:p>
          <a:p>
            <a:r>
              <a:t>Marcos Massao</a:t>
            </a:r>
          </a:p>
          <a:p>
            <a:r>
              <a:t>“Topete grisalho, óculos firmes e sorriso de diretor”</a:t>
            </a:r>
          </a:p>
          <a:p>
            <a:r>
              <a:t>João Lopes</a:t>
            </a:r>
          </a:p>
          <a:p>
            <a:r>
              <a:t>“Solta a voz, João! O pagode do Tio Sam não para”</a:t>
            </a:r>
          </a:p>
          <a:p>
            <a:r>
              <a:t>João Lopes</a:t>
            </a:r>
          </a:p>
          <a:p>
            <a:r>
              <a:t>“Disponível para alocação: careca, barba e pronto!”</a:t>
            </a:r>
          </a:p>
          <a:p>
            <a:r>
              <a:t>CERTEZA</a:t>
            </a:r>
          </a:p>
          <a:p>
            <a:r>
              <a:t>Laís Velame</a:t>
            </a:r>
          </a:p>
          <a:p>
            <a:r>
              <a:t>“Cachos no volume máximo e sorriso em ritmo de samba”</a:t>
            </a:r>
          </a:p>
          <a:p>
            <a:r>
              <a:t>CERTEZA</a:t>
            </a:r>
          </a:p>
          <a:p>
            <a:r>
              <a:t>Victor Vitorino</a:t>
            </a:r>
          </a:p>
          <a:p>
            <a:r>
              <a:t>“Sério? Sério. Mas com muito brilho na careca!”</a:t>
            </a:r>
          </a:p>
          <a:p>
            <a:r>
              <a:t>Fonte: prompts da página 07 do caderno · caricaturas geradas por IA a partir de cada prompt, no mesmo estilo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1a8P6Qyie30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